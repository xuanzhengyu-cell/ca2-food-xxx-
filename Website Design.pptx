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90E-E699-A6BC-1846-824EDDD80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EC2D0-5E8F-AD81-15EE-422CAC3E0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E1214-86FE-074D-BF98-21601466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E51C-803C-46A8-8185-62D6AF347DED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59378-6D1E-8921-4075-92700FB8C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2E64F-D1BD-0F01-33CE-46F3B8DEC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E5E4C-C6C5-4D97-966A-0422CD0C9E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3506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50A51-9FD4-581B-832A-B164E6757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E9B0C-849B-8EF3-B1ED-17D13116D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B00EA-F0D9-3B03-5F0C-CEB15F173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E51C-803C-46A8-8185-62D6AF347DED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24566-1907-F324-CA65-9E11ADBAB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0CBD3-773E-B582-29F9-0AE60666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E5E4C-C6C5-4D97-966A-0422CD0C9E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5436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6BC4E-EDE9-4055-7DD9-90D328DFE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24CC4-B95B-B822-7504-4DC1D7613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18388-BBCA-B0B3-B0AD-7BE2B0E84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E51C-803C-46A8-8185-62D6AF347DED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B4153-06FD-C025-DE0D-921974D05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BD5B4-6DEF-B071-8CB1-0812286C2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E5E4C-C6C5-4D97-966A-0422CD0C9E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972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BEC7-E952-1E1F-C35B-14D97CB3E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D1587-61E5-DF40-941D-705BE57B4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8B5B6-09EA-BC10-07AC-37D5C90E9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2BFC2-DF7E-44A6-E6AD-60C24244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E51C-803C-46A8-8185-62D6AF347DED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2D02E-2C4E-3FFD-4C49-A515EE82A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E60C2-20FB-EAB9-04C5-062E2FE55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E5E4C-C6C5-4D97-966A-0422CD0C9E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4862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6C5D-FE07-9832-9E2C-6CA948528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FC4B4-4B52-BAF2-D37E-2A671A4DE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5132F-3C4A-7ABA-8655-E5FC41C56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29B13-6CE8-77A6-D7D6-870A991D4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F71E5C-A42C-0CB1-242D-5790D9266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815DD2-A737-BDDA-BF89-68E0EBD09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E51C-803C-46A8-8185-62D6AF347DED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793F81-CB59-30C1-F68B-B6F304E8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EF1E2-2FC8-5601-A766-4F5950C33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E5E4C-C6C5-4D97-966A-0422CD0C9E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8513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1AB82-FF19-1411-48C4-B3C24F5F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295E0-7741-AC74-C6F5-27DF52586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E51C-803C-46A8-8185-62D6AF347DED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CA308-EBE9-DF62-457B-F78FA5541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14D97-F12C-ED3B-F975-A219AC2F2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E5E4C-C6C5-4D97-966A-0422CD0C9E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1086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578439-A641-7C07-8250-320B7B90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E51C-803C-46A8-8185-62D6AF347DED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C8ABA-B158-F0FD-DAB8-9C82A23BD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3B448-759E-40BE-8714-75123BC2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E5E4C-C6C5-4D97-966A-0422CD0C9E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3827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FD3B3-208F-BE63-9C83-61658784C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2A6A5-9A48-4AF7-98DF-46A436530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49D70-4622-30FE-8707-1E8CEE33B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92037-1FB1-F7EF-A5AC-8464DC093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E51C-803C-46A8-8185-62D6AF347DED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2A1A8-F959-87E8-504D-FA48F897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FE1BE-C44D-DBD9-6411-AF068F2D8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E5E4C-C6C5-4D97-966A-0422CD0C9E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349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259E-ED47-1AD3-7697-828751E34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4930D2-1F91-7982-0C79-FF66501AB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44922-3595-2AE6-A5C5-0653767FE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9611F-47A6-4077-D1D5-226EE6B63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E51C-803C-46A8-8185-62D6AF347DED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3884E-4840-39FE-68B5-866072570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0CDE9-3E59-32B8-8512-499C0A475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E5E4C-C6C5-4D97-966A-0422CD0C9E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3055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7CC5A-D593-F0CD-4C03-D3DC398ED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1EC95F-D1BE-EAEF-FA12-ECC7075A4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131CD-0CD1-A3EE-B84F-DAB6D2BBD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E51C-803C-46A8-8185-62D6AF347DED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BE57B-6FA8-C9B1-7F0D-6E8DCE86E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0B5AD-0884-5F25-EB93-D9B22CA1A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E5E4C-C6C5-4D97-966A-0422CD0C9E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7313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58D29-5D53-CC4B-9CEB-CE2AC7F62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09BAC-132D-5FC7-4C8E-BD1966665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0E537-9192-35D6-1346-78470C762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E51C-803C-46A8-8185-62D6AF347DED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7F228-41B0-7AAA-1A06-2847789E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6F7BC-319F-7F2B-A4D4-6201345D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E5E4C-C6C5-4D97-966A-0422CD0C9E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2487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C52050-053C-EC15-6E70-7C04A3AF6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2BE3C-AFD8-FB6A-EE69-DB5855899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CF758-2A81-000F-D4F3-E6E4C9FEC8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4E51C-803C-46A8-8185-62D6AF347DED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96F6A-05DE-E18A-2459-A91A5039D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10F14-A148-7E45-1966-754EC9C1D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E5E4C-C6C5-4D97-966A-0422CD0C9E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606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E9F566-8FB8-D09F-C4F6-68693B67AAE1}"/>
              </a:ext>
            </a:extLst>
          </p:cNvPr>
          <p:cNvSpPr/>
          <p:nvPr/>
        </p:nvSpPr>
        <p:spPr>
          <a:xfrm>
            <a:off x="338328" y="320040"/>
            <a:ext cx="11548872" cy="61447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23BF58-59A6-7A2E-B2D8-288782FE6EF3}"/>
              </a:ext>
            </a:extLst>
          </p:cNvPr>
          <p:cNvSpPr/>
          <p:nvPr/>
        </p:nvSpPr>
        <p:spPr>
          <a:xfrm>
            <a:off x="338328" y="320040"/>
            <a:ext cx="1947672" cy="61447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Side Header:</a:t>
            </a:r>
          </a:p>
          <a:p>
            <a:pPr algn="ctr"/>
            <a:r>
              <a:rPr lang="en-SG" dirty="0"/>
              <a:t>Contains the user login / profile if they already logged in + the locations they are part of if they are group members/owners </a:t>
            </a:r>
          </a:p>
          <a:p>
            <a:pPr algn="ctr"/>
            <a:r>
              <a:rPr lang="en-SG" dirty="0"/>
              <a:t>Admins have their dashboard go-to button here.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F2647-F8FF-A1E4-DF8D-3D56F6351555}"/>
              </a:ext>
            </a:extLst>
          </p:cNvPr>
          <p:cNvSpPr/>
          <p:nvPr/>
        </p:nvSpPr>
        <p:spPr>
          <a:xfrm>
            <a:off x="2980944" y="484632"/>
            <a:ext cx="7598664" cy="60350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Name of Home Page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B7F45-BD6E-F936-A47A-CA16A271A8FF}"/>
              </a:ext>
            </a:extLst>
          </p:cNvPr>
          <p:cNvSpPr/>
          <p:nvPr/>
        </p:nvSpPr>
        <p:spPr>
          <a:xfrm>
            <a:off x="2980944" y="1362456"/>
            <a:ext cx="7598664" cy="12984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Admin messages (not existent for users below group owner level)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40FEBC-211D-0155-4C90-8EFAD7B8EEF9}"/>
              </a:ext>
            </a:extLst>
          </p:cNvPr>
          <p:cNvSpPr/>
          <p:nvPr/>
        </p:nvSpPr>
        <p:spPr>
          <a:xfrm>
            <a:off x="2980944" y="3913632"/>
            <a:ext cx="1618488" cy="2011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Cards with name of location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B1D967-F861-509D-DE96-84EF1CEF97B1}"/>
              </a:ext>
            </a:extLst>
          </p:cNvPr>
          <p:cNvSpPr/>
          <p:nvPr/>
        </p:nvSpPr>
        <p:spPr>
          <a:xfrm>
            <a:off x="4965002" y="3913632"/>
            <a:ext cx="1618488" cy="2011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They are clickable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DB4AD5-D2B5-42B4-DE98-92478DA8549D}"/>
              </a:ext>
            </a:extLst>
          </p:cNvPr>
          <p:cNvSpPr/>
          <p:nvPr/>
        </p:nvSpPr>
        <p:spPr>
          <a:xfrm>
            <a:off x="6949060" y="3913632"/>
            <a:ext cx="1618488" cy="2011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And can scroll down to see more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674E66-4009-A2FF-2D6C-06768CC17A5F}"/>
              </a:ext>
            </a:extLst>
          </p:cNvPr>
          <p:cNvSpPr/>
          <p:nvPr/>
        </p:nvSpPr>
        <p:spPr>
          <a:xfrm>
            <a:off x="8961120" y="3913632"/>
            <a:ext cx="1618488" cy="2011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Only four here for demonstration.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191D275-A888-5AA9-57DD-FE0320CB85D9}"/>
              </a:ext>
            </a:extLst>
          </p:cNvPr>
          <p:cNvSpPr/>
          <p:nvPr/>
        </p:nvSpPr>
        <p:spPr>
          <a:xfrm>
            <a:off x="2980944" y="2926080"/>
            <a:ext cx="7598664" cy="57607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Search bar</a:t>
            </a:r>
          </a:p>
        </p:txBody>
      </p:sp>
    </p:spTree>
    <p:extLst>
      <p:ext uri="{BB962C8B-B14F-4D97-AF65-F5344CB8AC3E}">
        <p14:creationId xmlns:p14="http://schemas.microsoft.com/office/powerpoint/2010/main" val="3933819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E665AF-ADF1-255A-ACD9-8FA1755DCD1A}"/>
              </a:ext>
            </a:extLst>
          </p:cNvPr>
          <p:cNvSpPr/>
          <p:nvPr/>
        </p:nvSpPr>
        <p:spPr>
          <a:xfrm>
            <a:off x="338328" y="320040"/>
            <a:ext cx="11548872" cy="61447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8CD586-601D-6DA6-7B26-E81B03E2455F}"/>
              </a:ext>
            </a:extLst>
          </p:cNvPr>
          <p:cNvSpPr/>
          <p:nvPr/>
        </p:nvSpPr>
        <p:spPr>
          <a:xfrm>
            <a:off x="338328" y="320040"/>
            <a:ext cx="1947672" cy="61447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Side Header:</a:t>
            </a:r>
          </a:p>
          <a:p>
            <a:pPr algn="ctr"/>
            <a:r>
              <a:rPr lang="en-SG" dirty="0"/>
              <a:t>Contains the user login / profile if they already logged in + the locations they are part of if they are group members/owners </a:t>
            </a:r>
          </a:p>
          <a:p>
            <a:pPr algn="ctr"/>
            <a:r>
              <a:rPr lang="en-SG" dirty="0"/>
              <a:t>Admins have their dashboard go-to button here.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77D3B8-506D-8A9F-07D7-5EF66619460D}"/>
              </a:ext>
            </a:extLst>
          </p:cNvPr>
          <p:cNvSpPr/>
          <p:nvPr/>
        </p:nvSpPr>
        <p:spPr>
          <a:xfrm>
            <a:off x="2980944" y="484632"/>
            <a:ext cx="7598664" cy="60350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Name of location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DC6662-726E-3555-7367-05FE986AFEAF}"/>
              </a:ext>
            </a:extLst>
          </p:cNvPr>
          <p:cNvSpPr/>
          <p:nvPr/>
        </p:nvSpPr>
        <p:spPr>
          <a:xfrm>
            <a:off x="2980944" y="2937510"/>
            <a:ext cx="7598664" cy="12984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Messages from the location members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05EF54-F822-3771-0CA7-4487A2B83BFB}"/>
              </a:ext>
            </a:extLst>
          </p:cNvPr>
          <p:cNvSpPr/>
          <p:nvPr/>
        </p:nvSpPr>
        <p:spPr>
          <a:xfrm>
            <a:off x="2980944" y="4546855"/>
            <a:ext cx="7598664" cy="12984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Imagine the UD buttons on it.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BF99CB-4D2F-F91D-9AF8-46CC2BD42028}"/>
              </a:ext>
            </a:extLst>
          </p:cNvPr>
          <p:cNvSpPr/>
          <p:nvPr/>
        </p:nvSpPr>
        <p:spPr>
          <a:xfrm>
            <a:off x="2980944" y="1298448"/>
            <a:ext cx="2167128" cy="493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Members of location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0AAB12-FD1B-8208-3EFB-9DEB50893CE5}"/>
              </a:ext>
            </a:extLst>
          </p:cNvPr>
          <p:cNvSpPr/>
          <p:nvPr/>
        </p:nvSpPr>
        <p:spPr>
          <a:xfrm>
            <a:off x="8083296" y="1298448"/>
            <a:ext cx="2465832" cy="493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Add message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834636-85C3-E697-C828-88FE3B7CD238}"/>
              </a:ext>
            </a:extLst>
          </p:cNvPr>
          <p:cNvSpPr/>
          <p:nvPr/>
        </p:nvSpPr>
        <p:spPr>
          <a:xfrm>
            <a:off x="5532120" y="1298448"/>
            <a:ext cx="2167128" cy="493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Group Owner Dashboard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6DDB01-9423-2B6A-193E-5E516ABC4635}"/>
              </a:ext>
            </a:extLst>
          </p:cNvPr>
          <p:cNvSpPr/>
          <p:nvPr/>
        </p:nvSpPr>
        <p:spPr>
          <a:xfrm>
            <a:off x="8210550" y="2295525"/>
            <a:ext cx="2338578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Sort by XXX</a:t>
            </a:r>
          </a:p>
        </p:txBody>
      </p:sp>
    </p:spTree>
    <p:extLst>
      <p:ext uri="{BB962C8B-B14F-4D97-AF65-F5344CB8AC3E}">
        <p14:creationId xmlns:p14="http://schemas.microsoft.com/office/powerpoint/2010/main" val="1445264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12BDA61-ED54-D339-93EF-6BF98C351006}"/>
              </a:ext>
            </a:extLst>
          </p:cNvPr>
          <p:cNvSpPr/>
          <p:nvPr/>
        </p:nvSpPr>
        <p:spPr>
          <a:xfrm>
            <a:off x="338328" y="320040"/>
            <a:ext cx="11548872" cy="61447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FECE87-7E1D-97ED-D6AA-796C4B9BE3D9}"/>
              </a:ext>
            </a:extLst>
          </p:cNvPr>
          <p:cNvSpPr/>
          <p:nvPr/>
        </p:nvSpPr>
        <p:spPr>
          <a:xfrm>
            <a:off x="338328" y="320040"/>
            <a:ext cx="1947672" cy="61447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Side Header:</a:t>
            </a:r>
          </a:p>
          <a:p>
            <a:pPr algn="ctr"/>
            <a:r>
              <a:rPr lang="en-SG" dirty="0"/>
              <a:t>Contains the user login / profile if they already logged in + the locations they are part of if they are group members/owners </a:t>
            </a:r>
          </a:p>
          <a:p>
            <a:pPr algn="ctr"/>
            <a:r>
              <a:rPr lang="en-SG" dirty="0"/>
              <a:t>Admins have their dashboard go-to button here.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BBA603-9480-AD41-B59D-855EB8F53F88}"/>
              </a:ext>
            </a:extLst>
          </p:cNvPr>
          <p:cNvSpPr/>
          <p:nvPr/>
        </p:nvSpPr>
        <p:spPr>
          <a:xfrm>
            <a:off x="2980944" y="484632"/>
            <a:ext cx="7598664" cy="60350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Name of location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39DE2E7-0583-BFE7-B614-CBF06D0C7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658407"/>
              </p:ext>
            </p:extLst>
          </p:nvPr>
        </p:nvGraphicFramePr>
        <p:xfrm>
          <a:off x="2980944" y="1419224"/>
          <a:ext cx="7598664" cy="4438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332">
                  <a:extLst>
                    <a:ext uri="{9D8B030D-6E8A-4147-A177-3AD203B41FA5}">
                      <a16:colId xmlns:a16="http://schemas.microsoft.com/office/drawing/2014/main" val="260796815"/>
                    </a:ext>
                  </a:extLst>
                </a:gridCol>
                <a:gridCol w="3799332">
                  <a:extLst>
                    <a:ext uri="{9D8B030D-6E8A-4147-A177-3AD203B41FA5}">
                      <a16:colId xmlns:a16="http://schemas.microsoft.com/office/drawing/2014/main" val="3028367148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360009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r>
                        <a:rPr lang="en-SG" dirty="0"/>
                        <a:t>Table of members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059313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r>
                        <a:rPr lang="en-SG" dirty="0"/>
                        <a:t>Each all can click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266869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r>
                        <a:rPr lang="en-SG" dirty="0"/>
                        <a:t>Leads to the member user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424205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In rows of 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6219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r>
                        <a:rPr lang="en-SG" dirty="0"/>
                        <a:t>Cannot do anything 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051507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424529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338887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701683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583258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9162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476484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1F091752-F14F-A898-D8FA-C40090D879A2}"/>
              </a:ext>
            </a:extLst>
          </p:cNvPr>
          <p:cNvSpPr/>
          <p:nvPr/>
        </p:nvSpPr>
        <p:spPr>
          <a:xfrm>
            <a:off x="2980944" y="1419224"/>
            <a:ext cx="7598664" cy="3112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Members of location</a:t>
            </a:r>
          </a:p>
        </p:txBody>
      </p:sp>
    </p:spTree>
    <p:extLst>
      <p:ext uri="{BB962C8B-B14F-4D97-AF65-F5344CB8AC3E}">
        <p14:creationId xmlns:p14="http://schemas.microsoft.com/office/powerpoint/2010/main" val="4104113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60E08-44B1-23F8-AC1D-7AE9EFF90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17AEA8-8D39-545F-0B74-D288D98AFE2F}"/>
              </a:ext>
            </a:extLst>
          </p:cNvPr>
          <p:cNvSpPr/>
          <p:nvPr/>
        </p:nvSpPr>
        <p:spPr>
          <a:xfrm>
            <a:off x="338328" y="320040"/>
            <a:ext cx="11548872" cy="61447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895D47-E8E8-FB12-8531-3639063EC305}"/>
              </a:ext>
            </a:extLst>
          </p:cNvPr>
          <p:cNvSpPr/>
          <p:nvPr/>
        </p:nvSpPr>
        <p:spPr>
          <a:xfrm>
            <a:off x="338328" y="320040"/>
            <a:ext cx="1947672" cy="61447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Side Header:</a:t>
            </a:r>
          </a:p>
          <a:p>
            <a:pPr algn="ctr"/>
            <a:r>
              <a:rPr lang="en-SG" dirty="0"/>
              <a:t>Contains the user login / profile if they already logged in + the locations they are part of if they are group members/owners </a:t>
            </a:r>
          </a:p>
          <a:p>
            <a:pPr algn="ctr"/>
            <a:r>
              <a:rPr lang="en-SG" dirty="0"/>
              <a:t>Admins have their dashboard go-to button here.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67B44D-3B8C-FDFA-DABC-5B085CE38DBB}"/>
              </a:ext>
            </a:extLst>
          </p:cNvPr>
          <p:cNvSpPr/>
          <p:nvPr/>
        </p:nvSpPr>
        <p:spPr>
          <a:xfrm>
            <a:off x="2980944" y="1298448"/>
            <a:ext cx="7598664" cy="3684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Group Owner Dashboard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09C44B-1C98-C52A-932C-5F0629E3C47B}"/>
              </a:ext>
            </a:extLst>
          </p:cNvPr>
          <p:cNvSpPr/>
          <p:nvPr/>
        </p:nvSpPr>
        <p:spPr>
          <a:xfrm>
            <a:off x="2980944" y="484632"/>
            <a:ext cx="7598664" cy="60350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Name of location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3812006-E41C-9B1D-A2A6-CC410F7AB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582836"/>
              </p:ext>
            </p:extLst>
          </p:nvPr>
        </p:nvGraphicFramePr>
        <p:xfrm>
          <a:off x="2980944" y="2666999"/>
          <a:ext cx="7598664" cy="3328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8664">
                  <a:extLst>
                    <a:ext uri="{9D8B030D-6E8A-4147-A177-3AD203B41FA5}">
                      <a16:colId xmlns:a16="http://schemas.microsoft.com/office/drawing/2014/main" val="260796815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360009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r>
                        <a:rPr lang="en-SG" dirty="0"/>
                        <a:t>Table of members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059313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r>
                        <a:rPr lang="en-SG" dirty="0"/>
                        <a:t>Can click to go page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6219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r>
                        <a:rPr lang="en-SG" dirty="0"/>
                        <a:t>Other than that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051507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r>
                        <a:rPr lang="en-SG" dirty="0"/>
                        <a:t>Can also kick or </a:t>
                      </a:r>
                      <a:r>
                        <a:rPr lang="en-SG" dirty="0" err="1"/>
                        <a:t>uprank</a:t>
                      </a:r>
                      <a:r>
                        <a:rPr lang="en-SG" dirty="0"/>
                        <a:t> /downrank the member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205523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35747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388938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137689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484573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61A15C0C-DD20-A026-33B0-E0A6F5A52FBA}"/>
              </a:ext>
            </a:extLst>
          </p:cNvPr>
          <p:cNvSpPr/>
          <p:nvPr/>
        </p:nvSpPr>
        <p:spPr>
          <a:xfrm>
            <a:off x="2980944" y="2666999"/>
            <a:ext cx="7598664" cy="3112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Members of location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2A8CFC-F1B4-1C4F-4368-3312ECB59CBE}"/>
              </a:ext>
            </a:extLst>
          </p:cNvPr>
          <p:cNvSpPr/>
          <p:nvPr/>
        </p:nvSpPr>
        <p:spPr>
          <a:xfrm>
            <a:off x="2980944" y="2088260"/>
            <a:ext cx="2578608" cy="3684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Add member</a:t>
            </a:r>
          </a:p>
        </p:txBody>
      </p:sp>
    </p:spTree>
    <p:extLst>
      <p:ext uri="{BB962C8B-B14F-4D97-AF65-F5344CB8AC3E}">
        <p14:creationId xmlns:p14="http://schemas.microsoft.com/office/powerpoint/2010/main" val="3825138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D73E3-A7F6-B88F-3C09-1A4ED2777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384BCAF-B14C-08B9-0061-CC5096CF7D24}"/>
              </a:ext>
            </a:extLst>
          </p:cNvPr>
          <p:cNvSpPr/>
          <p:nvPr/>
        </p:nvSpPr>
        <p:spPr>
          <a:xfrm>
            <a:off x="338328" y="320040"/>
            <a:ext cx="11548872" cy="61447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B301C-A5B1-9569-A439-B4AD57AF2365}"/>
              </a:ext>
            </a:extLst>
          </p:cNvPr>
          <p:cNvSpPr/>
          <p:nvPr/>
        </p:nvSpPr>
        <p:spPr>
          <a:xfrm>
            <a:off x="338328" y="320040"/>
            <a:ext cx="1947672" cy="61447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Side Header:</a:t>
            </a:r>
          </a:p>
          <a:p>
            <a:pPr algn="ctr"/>
            <a:r>
              <a:rPr lang="en-SG" dirty="0"/>
              <a:t>Contains the user login / profile if they already logged in + the locations they are part of if they are group members/owners </a:t>
            </a:r>
          </a:p>
          <a:p>
            <a:pPr algn="ctr"/>
            <a:r>
              <a:rPr lang="en-SG" dirty="0"/>
              <a:t>Admins have their dashboard go-to button here.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DD0806-42A1-4068-8C7B-8B56FB3AE558}"/>
              </a:ext>
            </a:extLst>
          </p:cNvPr>
          <p:cNvSpPr/>
          <p:nvPr/>
        </p:nvSpPr>
        <p:spPr>
          <a:xfrm>
            <a:off x="2980944" y="484632"/>
            <a:ext cx="7598664" cy="60350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Name of location / Name of home page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BB7E68-E3FE-6AD1-06EE-9CE143CF6E2E}"/>
              </a:ext>
            </a:extLst>
          </p:cNvPr>
          <p:cNvSpPr/>
          <p:nvPr/>
        </p:nvSpPr>
        <p:spPr>
          <a:xfrm>
            <a:off x="2980944" y="2124075"/>
            <a:ext cx="7598664" cy="1981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Enter the message here </a:t>
            </a:r>
          </a:p>
          <a:p>
            <a:pPr algn="ctr"/>
            <a:r>
              <a:rPr lang="en-SG" dirty="0"/>
              <a:t>Note, the message edit for the messages look like this too</a:t>
            </a:r>
          </a:p>
          <a:p>
            <a:pPr algn="ctr"/>
            <a:r>
              <a:rPr lang="en-SG" dirty="0"/>
              <a:t>And the message form for the admin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F425CC-D2BF-A76D-9B8D-AD6CEFA51A95}"/>
              </a:ext>
            </a:extLst>
          </p:cNvPr>
          <p:cNvSpPr/>
          <p:nvPr/>
        </p:nvSpPr>
        <p:spPr>
          <a:xfrm>
            <a:off x="2980944" y="1647825"/>
            <a:ext cx="2476881" cy="333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Message: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F3EEA7-8C8C-CFC7-41E1-2393F7E112B5}"/>
              </a:ext>
            </a:extLst>
          </p:cNvPr>
          <p:cNvSpPr/>
          <p:nvPr/>
        </p:nvSpPr>
        <p:spPr>
          <a:xfrm>
            <a:off x="2980943" y="4476750"/>
            <a:ext cx="2476881" cy="333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Submit button</a:t>
            </a:r>
          </a:p>
        </p:txBody>
      </p:sp>
    </p:spTree>
    <p:extLst>
      <p:ext uri="{BB962C8B-B14F-4D97-AF65-F5344CB8AC3E}">
        <p14:creationId xmlns:p14="http://schemas.microsoft.com/office/powerpoint/2010/main" val="2834517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39B14-C9EC-F339-B0B0-15787404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41B927-B8E1-5FF6-E7CB-40BCAAD5D5B2}"/>
              </a:ext>
            </a:extLst>
          </p:cNvPr>
          <p:cNvSpPr/>
          <p:nvPr/>
        </p:nvSpPr>
        <p:spPr>
          <a:xfrm>
            <a:off x="338328" y="320040"/>
            <a:ext cx="11548872" cy="61447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4943EA-A4B5-EC72-50D2-4C30ABF45C87}"/>
              </a:ext>
            </a:extLst>
          </p:cNvPr>
          <p:cNvSpPr/>
          <p:nvPr/>
        </p:nvSpPr>
        <p:spPr>
          <a:xfrm>
            <a:off x="338328" y="320040"/>
            <a:ext cx="1947672" cy="61447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Side Header:</a:t>
            </a:r>
          </a:p>
          <a:p>
            <a:pPr algn="ctr"/>
            <a:r>
              <a:rPr lang="en-SG" dirty="0"/>
              <a:t>Contains the user login / logout if they already logged in, profile + the locations they are part of as group members/owners </a:t>
            </a:r>
          </a:p>
          <a:p>
            <a:pPr algn="ctr"/>
            <a:r>
              <a:rPr lang="en-SG" dirty="0"/>
              <a:t>Admins have their dashboard button here.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5BE3DF-CD50-72F0-18B1-F4FAD3E32F2E}"/>
              </a:ext>
            </a:extLst>
          </p:cNvPr>
          <p:cNvSpPr/>
          <p:nvPr/>
        </p:nvSpPr>
        <p:spPr>
          <a:xfrm>
            <a:off x="2980944" y="484632"/>
            <a:ext cx="7598664" cy="60350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Name of User (account owner </a:t>
            </a:r>
            <a:r>
              <a:rPr lang="en-SG" dirty="0" err="1"/>
              <a:t>pov</a:t>
            </a:r>
            <a:r>
              <a:rPr lang="en-SG" dirty="0"/>
              <a:t>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E7B7A9-65BA-18FB-994B-AD1C47DD8D7F}"/>
              </a:ext>
            </a:extLst>
          </p:cNvPr>
          <p:cNvSpPr/>
          <p:nvPr/>
        </p:nvSpPr>
        <p:spPr>
          <a:xfrm>
            <a:off x="2980944" y="1409699"/>
            <a:ext cx="7598664" cy="3091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Details page showing: </a:t>
            </a:r>
          </a:p>
          <a:p>
            <a:pPr algn="ctr"/>
            <a:r>
              <a:rPr lang="en-SG" dirty="0"/>
              <a:t>if admin show admin, else a list of groups it is part of as members and as owners</a:t>
            </a:r>
          </a:p>
          <a:p>
            <a:pPr algn="ctr"/>
            <a:r>
              <a:rPr lang="en-SG" dirty="0"/>
              <a:t>Something about them </a:t>
            </a:r>
          </a:p>
          <a:p>
            <a:pPr algn="ctr"/>
            <a:r>
              <a:rPr lang="en-SG" dirty="0"/>
              <a:t>Picture at the top left corner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17DE9-F9F2-8B4F-0AC4-8CACBA0FCB07}"/>
              </a:ext>
            </a:extLst>
          </p:cNvPr>
          <p:cNvSpPr/>
          <p:nvPr/>
        </p:nvSpPr>
        <p:spPr>
          <a:xfrm>
            <a:off x="2980941" y="4703254"/>
            <a:ext cx="2705481" cy="542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Change name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3A29AA-F6D3-E211-37D1-5C62BB85A1A5}"/>
              </a:ext>
            </a:extLst>
          </p:cNvPr>
          <p:cNvSpPr/>
          <p:nvPr/>
        </p:nvSpPr>
        <p:spPr>
          <a:xfrm>
            <a:off x="2980942" y="5448300"/>
            <a:ext cx="2705481" cy="542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Delete account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2417C6-6F9C-8798-51E3-B2459DF1A616}"/>
              </a:ext>
            </a:extLst>
          </p:cNvPr>
          <p:cNvSpPr/>
          <p:nvPr/>
        </p:nvSpPr>
        <p:spPr>
          <a:xfrm>
            <a:off x="5971793" y="4703254"/>
            <a:ext cx="2705481" cy="542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Change password</a:t>
            </a:r>
          </a:p>
        </p:txBody>
      </p:sp>
    </p:spTree>
    <p:extLst>
      <p:ext uri="{BB962C8B-B14F-4D97-AF65-F5344CB8AC3E}">
        <p14:creationId xmlns:p14="http://schemas.microsoft.com/office/powerpoint/2010/main" val="2299619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C1720-D426-1642-FF3D-D63A29C8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1215AE7-2220-E5E2-39DD-65B5DF33BCA8}"/>
              </a:ext>
            </a:extLst>
          </p:cNvPr>
          <p:cNvSpPr/>
          <p:nvPr/>
        </p:nvSpPr>
        <p:spPr>
          <a:xfrm>
            <a:off x="338328" y="320040"/>
            <a:ext cx="11548872" cy="61447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431DAF-040E-1973-31D8-C3DFE0A4FC31}"/>
              </a:ext>
            </a:extLst>
          </p:cNvPr>
          <p:cNvSpPr/>
          <p:nvPr/>
        </p:nvSpPr>
        <p:spPr>
          <a:xfrm>
            <a:off x="338328" y="320040"/>
            <a:ext cx="1947672" cy="61447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Side Header:</a:t>
            </a:r>
          </a:p>
          <a:p>
            <a:pPr algn="ctr"/>
            <a:r>
              <a:rPr lang="en-SG" dirty="0"/>
              <a:t>Contains the user login / logout if they already logged in, profile + the locations they are part of as group members/owners </a:t>
            </a:r>
          </a:p>
          <a:p>
            <a:pPr algn="ctr"/>
            <a:r>
              <a:rPr lang="en-SG" dirty="0"/>
              <a:t>Admins have their dashboard button here.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5145C5-F1E7-05E6-54DD-FBAFB6DED71E}"/>
              </a:ext>
            </a:extLst>
          </p:cNvPr>
          <p:cNvSpPr/>
          <p:nvPr/>
        </p:nvSpPr>
        <p:spPr>
          <a:xfrm>
            <a:off x="2980944" y="484632"/>
            <a:ext cx="7598664" cy="60350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Name of User (visitor </a:t>
            </a:r>
            <a:r>
              <a:rPr lang="en-SG" dirty="0" err="1"/>
              <a:t>pov</a:t>
            </a:r>
            <a:r>
              <a:rPr lang="en-SG" dirty="0"/>
              <a:t>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EBE4C2-A30D-6AA5-6454-C4324C47B73A}"/>
              </a:ext>
            </a:extLst>
          </p:cNvPr>
          <p:cNvSpPr/>
          <p:nvPr/>
        </p:nvSpPr>
        <p:spPr>
          <a:xfrm>
            <a:off x="2980944" y="1290258"/>
            <a:ext cx="7598664" cy="2624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Details page showing: </a:t>
            </a:r>
          </a:p>
          <a:p>
            <a:pPr algn="ctr"/>
            <a:r>
              <a:rPr lang="en-SG" dirty="0"/>
              <a:t>Something about them </a:t>
            </a:r>
          </a:p>
          <a:p>
            <a:pPr algn="ctr"/>
            <a:r>
              <a:rPr lang="en-SG" dirty="0"/>
              <a:t>Picture at the top left corner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83D24B-0E92-3D91-45AF-3F7A0B912EF9}"/>
              </a:ext>
            </a:extLst>
          </p:cNvPr>
          <p:cNvSpPr/>
          <p:nvPr/>
        </p:nvSpPr>
        <p:spPr>
          <a:xfrm>
            <a:off x="2980944" y="4436554"/>
            <a:ext cx="2324481" cy="3354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Add Comments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CFB9B2-74B6-7493-EA06-63E49E649D73}"/>
              </a:ext>
            </a:extLst>
          </p:cNvPr>
          <p:cNvSpPr/>
          <p:nvPr/>
        </p:nvSpPr>
        <p:spPr>
          <a:xfrm>
            <a:off x="2980944" y="4972050"/>
            <a:ext cx="7598664" cy="1219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Comment Section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98A9BA-0C81-6733-F3B9-27A17DAFFB29}"/>
              </a:ext>
            </a:extLst>
          </p:cNvPr>
          <p:cNvSpPr/>
          <p:nvPr/>
        </p:nvSpPr>
        <p:spPr>
          <a:xfrm>
            <a:off x="8943975" y="4436554"/>
            <a:ext cx="1635633" cy="3354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Sort by XXX</a:t>
            </a:r>
          </a:p>
        </p:txBody>
      </p:sp>
    </p:spTree>
    <p:extLst>
      <p:ext uri="{BB962C8B-B14F-4D97-AF65-F5344CB8AC3E}">
        <p14:creationId xmlns:p14="http://schemas.microsoft.com/office/powerpoint/2010/main" val="317441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481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XUAN ZHENGYU</dc:creator>
  <cp:lastModifiedBy>XUAN ZHENGYU</cp:lastModifiedBy>
  <cp:revision>5</cp:revision>
  <dcterms:created xsi:type="dcterms:W3CDTF">2026-07-14T05:48:59Z</dcterms:created>
  <dcterms:modified xsi:type="dcterms:W3CDTF">2026-07-14T13:50:24Z</dcterms:modified>
</cp:coreProperties>
</file>